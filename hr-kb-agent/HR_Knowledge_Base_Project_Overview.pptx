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KNOWLEDGE BASE  /  PROJECT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4864" cy="102412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HR KNOWLEDGE 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chat agent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243584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question; it checks HR information and shows you where the answer came from.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084832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84832"/>
            <a:ext cx="868680" cy="292608"/>
          </a:xfrm>
          <a:prstGeom prst="roundRect">
            <a:avLst>
              <a:gd name="adj" fmla="val 43750"/>
            </a:avLst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03120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profile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871216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your name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about leave or a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938528"/>
            <a:ext cx="2331720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2084832"/>
            <a:ext cx="786384" cy="292608"/>
          </a:xfrm>
          <a:prstGeom prst="roundRect">
            <a:avLst>
              <a:gd name="adj" fmla="val 43750"/>
            </a:avLst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103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5468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and answer details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2871216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it checked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policy it used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leave calculation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41848" y="1938528"/>
            <a:ext cx="2331720" cy="1975104"/>
          </a:xfrm>
          <a:prstGeom prst="roundRect">
            <a:avLst>
              <a:gd name="adj" fmla="val 740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084832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29435F"/>
          </a:solidFill>
          <a:ln w="12700">
            <a:solidFill>
              <a:srgbClr val="2943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10312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DED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24728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assistant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24728" y="2871216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runs the tool steps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model set to temperature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Remembers this conversation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1938528"/>
            <a:ext cx="3291840" cy="1975104"/>
          </a:xfrm>
          <a:prstGeom prst="roundRect">
            <a:avLst>
              <a:gd name="adj" fmla="val 7407"/>
            </a:avLst>
          </a:prstGeom>
          <a:solidFill>
            <a:srgbClr val="E6EFF8"/>
          </a:solidFill>
          <a:ln w="12700">
            <a:solidFill>
              <a:srgbClr val="C7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85632" y="2084832"/>
            <a:ext cx="932688" cy="292608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21031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· STDIO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039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tools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287121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use the profile you selected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cannot choose another employee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search policies and profiles, check balances, and calculate leave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688336" y="2715768"/>
            <a:ext cx="310896" cy="310896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2715768"/>
            <a:ext cx="310896" cy="310896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3568" y="2715768"/>
            <a:ext cx="310896" cy="310896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245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ANSWERS COME FROM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4553712"/>
            <a:ext cx="239572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53712"/>
            <a:ext cx="64008" cy="1298448"/>
          </a:xfrm>
          <a:prstGeom prst="rect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718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2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policies → Chroma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9808" y="507492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split into sections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finds the closest matches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3456432" y="4553712"/>
            <a:ext cx="239572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56432" y="4553712"/>
            <a:ext cx="64008" cy="1298448"/>
          </a:xfrm>
          <a:prstGeom prst="rect">
            <a:avLst/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4718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profile → Chroma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39312" y="507492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notes tagged by employee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only looks at your notes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345936" y="4553712"/>
            <a:ext cx="239572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5936" y="4553712"/>
            <a:ext cx="64008" cy="1298448"/>
          </a:xfrm>
          <a:prstGeom prst="rect">
            <a:avLst/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4718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3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records → SQLite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28816" y="507492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Balances, requests and holidays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exact day counts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9235440" y="4553712"/>
            <a:ext cx="239572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4553712"/>
            <a:ext cx="64008" cy="1298448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320" y="4718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A64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and sources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418320" y="507492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which tools ran and what they found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citations checked against search results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594360" y="6053328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and profile notes are searched; leave balances and day counts come straight from the database.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4864" cy="102412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HR KNOWLEDGE 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243584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part has one job: chat, find HR information, or check leave details.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93392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11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16736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· chat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423160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with an employee picker, answer sources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 leave calculation you can check.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15968" y="1847088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993392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011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65776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· chat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8848" y="2423160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HR tools and remembers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you’ve already said in this chat.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65008" y="1847088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993392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11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2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14816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· language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47888" y="2423160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is set to temperature 0.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use information from HR tools.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66928" y="334670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49300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5112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9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16736" y="3474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· HR tools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39227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chat to HR data.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session uses the profile you chose.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315968" y="334670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49300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5112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65776" y="3474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· policy search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98848" y="39227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useful policy sections and profile notes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stored text chunks.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065008" y="334670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49300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35112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3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814816" y="347472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· leave records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47888" y="39227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balances, requests and holidays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accurate leave day counts.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66928" y="4882896"/>
            <a:ext cx="11045952" cy="1124712"/>
          </a:xfrm>
          <a:prstGeom prst="roundRect">
            <a:avLst>
              <a:gd name="adj" fmla="val 13008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5074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8F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USES HR SOURCES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" y="54041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before replying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70048" y="53949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1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answers cite the section found in search.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87568" y="5404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Remembers this chat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98664" y="5394960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1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about casual?” keeps the dates from before.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614476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i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0 and checking HR sources help limit made-up answers, but cannot rule them out completely.</a:t>
            </a:r>
            <a:endParaRPr lang="en-US" sz="93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4864" cy="102412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HR KNOWLEDGE 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edge cases &amp; validation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243584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employee records scoped, show the leave checks, and test common cases.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535838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011680"/>
            <a:ext cx="1444752" cy="292608"/>
          </a:xfrm>
          <a:prstGeom prst="roundRect">
            <a:avLst>
              <a:gd name="adj" fmla="val 43750"/>
            </a:avLst>
          </a:prstGeom>
          <a:solidFill>
            <a:srgbClr val="E6EFF8"/>
          </a:solidFill>
          <a:ln w="12700">
            <a:solidFill>
              <a:srgbClr val="E6EF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99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see employee data?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78892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HR tools only see the employee chosen for this demo.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 keep tool names and timings, not HR details.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employee picker is a demo sign-in, not real security.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144768" y="1847088"/>
            <a:ext cx="546811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2011680"/>
            <a:ext cx="1554480" cy="292608"/>
          </a:xfrm>
          <a:prstGeom prst="roundRect">
            <a:avLst>
              <a:gd name="adj" fmla="val 43750"/>
            </a:avLst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2996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4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RULES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45936" y="2414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leave is checked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45936" y="27889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Weekends and holidays do not count; balances and overlaps are checked.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Probation, short notice and the casual-leave limit can block a request.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Annual leave needs manager approval; unpaid leave needs manager and HR approval.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audit shows days, balance, checks, approvals and reasons.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612648" y="398678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4279392"/>
            <a:ext cx="1104595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40740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check missing dates or leave type, invalid or past dates, year limits, missing balances, overlapping requests, and attempts to view another employee’s records.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5321808"/>
            <a:ext cx="11045952" cy="758952"/>
          </a:xfrm>
          <a:prstGeom prst="roundRect">
            <a:avLst>
              <a:gd name="adj" fmla="val 1927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55046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F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76272" y="543153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61488" y="55046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1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passed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5431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25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24728" y="55046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1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AI questions passed¹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54112" y="5468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E1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cover policies, balances, calculations, follow-ups and privacy checks.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621792" y="6181344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i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¹ 25/25 live questions passed on 2026-10-05. Live answers can vary; rerun after changes.</a:t>
            </a:r>
            <a:endParaRPr lang="en-US" sz="87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586</Words>
  <Application>Microsoft Office PowerPoint</Application>
  <PresentationFormat>Widescreen</PresentationFormat>
  <Paragraphs>98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Hackathon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Knowledge Base — Project Overview</dc:title>
  <dc:subject>Architecture, technology stack, and validation</dc:subject>
  <dc:creator>HR Knowledge Base Demo</dc:creator>
  <cp:lastModifiedBy>Priyanka K</cp:lastModifiedBy>
  <cp:revision>2</cp:revision>
  <dcterms:created xsi:type="dcterms:W3CDTF">2026-10-06T04:28:18Z</dcterms:created>
  <dcterms:modified xsi:type="dcterms:W3CDTF">2026-10-06T04:33:12Z</dcterms:modified>
</cp:coreProperties>
</file>